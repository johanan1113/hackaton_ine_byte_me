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latin typeface="Arial"/>
                  </a:defRPr>
                </a:pPr>
                <a:r>
                  <a:t>Participación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4.26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nacional contra las publicaciones censales de la DECEyEC y el Manual CCPC: coincide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(0.154) y ofrece una estabilidad bootstrap equivalente y altamente robusta (ARI 0.950). Probamos el modelo fuera de tiempo: al calibrar solo con datos de 2009 a 2021, los perfiles agregan casi una décima de R cuadrado sobre el nivel histórico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perfiles operativos dentro de un continuo. C0 agrupa un tercio de las secciones metropolitanas con rezago juvenil y caída en intermedias. C1 reúne comunidades con alta participación estable en todas las edades. C2 registra la segunda razón juvenil más alta (0.88); su ascenso histórico se concentra en intermedias (41.8% a 60.4%). C3 presenta brecha favorable a mujeres (+11.2 pts)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elevar la participación en elecciones intermedias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Además, un tercio de las secciones de C1 (33.5%) se ubica en entidades con gubernatura concurrente en elecciones intermedias. En C2, cuya razón de participación juvenil es la segunda más alta y su ascenso se concentra en intermedias, proponemos diálogo público mediante Conóceles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muestra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intervenciones en C0 durante 2027. Mil secciones aleatorizadas en 500 de tratamiento y 500 de control, estratificadas por entidad y tercil de participación. Con ANCOVA ajustado por línea base detectamos impactos desde 1.57 puntos porcentuales con 80% de potencia para acciones asignables. Si se aleatorizan bloques municipales por derrame de campañas masivas, el efecto de diseño ajusta el MDE a 2.79 puntos con 5 secciones y a 3.80 con 10. La evaluación no genera costo adicional al aprovechar el conteo censal ordinario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2015; tercero, publicar el indicador de población indígena y afromexicana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4.26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−4.26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disponibles, con páginas faltantes o requeridos por autoridad jurisdiccional.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verificable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58.8% en 2030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propuesta de casillas extraordinarias a los Consejos Distritales (LGIPE, art. 253.5);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 en 2027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juveniles de diálogo democrático (propuesta),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de la intermedia 2021 (0.88)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3108960"/>
                <a:gridCol w="131033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adicionales (meta 2027)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en riesgo (escenario)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electores con registro de votación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2600" b="1">
                <a:solidFill>
                  <a:srgbClr val="047857"/>
                </a:solidFill>
                <a:latin typeface="Arial"/>
              </a:defRPr>
            </a:pPr>
            <a:r>
              <a:t>Medición sin costo adicional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Solo acciones asignables por sección (brigadas casa por casa y «Ubica tu casilla»); las campañas masivas se evalúan por distrito o municipio. Si se aleatoriza por bloques municipales (ICC = 0.543), el MDE sube a 2.79 pts con 5 secciones por municipio y a 3.80 pts con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los registros NS fueron 6.1% en 2015, 6.8% en 2018, 4.3% en 2021 y 6.4% en 2024 (0.2% en 2012).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